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第10回は供給側の予測。今回は需要側。同じ「予測」でも、需要の方が構造がはっきりしていて当てやすい。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分解できる＝式に書ける。だから統計モデルが今も主力である。</a:t>
            </a:r>
          </a:p>
          <a:p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右下の 0.58 が結論。「当たった」を客観的に測る物差しが Skill Score。</a:t>
            </a:r>
          </a:p>
          <a:p/>
          <a:p>
            <a:r>
              <a:t>_class: graphical-abstract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どちらも気温効果が主役。今日の重回帰の気温項がそのまま効く。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 5 行は今日の全体を先取りしている。V 字・度日・曜日効果・日内変動・ラグが、あとで順番に式になって出てくる。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沖縄は冷房主体なので夏の山が支配的。北日本なら冬にも山が立つ（双峰型）。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ARIMA の次数決定も、この自己相関と偏自己相関を見て行う。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基準温度は系統ごとに違う。冷房主体の沖縄は高め、暖房主体の北海道は低め。　図の要点：低温側も高温側も需要が上がる／谷が「快適な温度」／最適な基準温度 T₀ = 21.5 °C／そのとき R² = 0.407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 = 0.81T + 0.01H(0.99T − 14.3) + 46.3。体感を数値化した古典的な指標。　図の要点：CDD = max(T − T₀, 0)：冷房側だけ／HDD = max(T₀ − T, 0)：暖房側だけ／THI との相関 0.701／気温だけなら 0.685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年周期のフーリエ項も 1 組入れている。特徴量の設計そのものがモデリング。</a:t>
            </a:r>
          </a:p>
          <a:p/>
          <a:p>
            <a:r>
              <a:t>_class: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上の図で、点線（前週同曜日）が実績から大きくずれる日が気温の変わった日。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43 MW/°C は系統容量 1,500 MW の約 3%。猛暑日が続く夏の運用がいかに気温に依存するかが分かる。　図の要点：CDD +43.0 MW/°C（冷房側）／HDD +6.6 MW/°C（暖房側）／平日ダミー +70.1 MW／冷房の感度は暖房の 6.5 倍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RMSE/MAE の比が 1.3 を超えたら、外れ値か分布の裾を疑うという実務的な使い方もある。　図の要点：外れ値なし：RMSE/MAE = 1.24／1 点あり：1.56 に開く／MAE はほとんど動かない／RMSE は 2 乗なので大きく動く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「予測時点で本当に手に入る情報か」を特徴量 1 つずつ問う習慣をつけさせる。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「予測時点で本当に手に入る情報か」を特徴量 1 つずつ問う習慣をつけさせる。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「予測時点で本当に手に入る情報か」を特徴量 1 つずつ問う習慣をつけさせる。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交差検証をするなら時系列用（前方連鎖 / TimeSeriesSplit）を使う。　図の要点：時系列分割：RMSE 41.7 MW／ランダム分割：36.1 MW（14% 良く見える）／ラグを足すと差はさらに開く／良すぎる結果はリークを疑う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高温側の偏りは、猛暑日の非線形性（エアコンの飽和）を 1 次式で表しきれないため。　図の要点：分布はほぼ左右対称／高温側でわずかに偏りが残る／時刻ごとの偏りは小さい／標準偏差 39.3 MW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第8回で学んだ予備力の量が、ここで予測精度から決まる。予測と制御がつながる場所。　図の要点：90% をカバー：69 MW／95%：82 MW／99%：107 MW／RMSE が半分なら予備力も半分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 3 を計算させる。MAPE は 2.4% になることも確認させる。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7.xml"/><Relationship Id="rId4" Type="http://schemas.openxmlformats.org/officeDocument/2006/relationships/slide" Target="slide10.xml"/><Relationship Id="rId5" Type="http://schemas.openxmlformats.org/officeDocument/2006/relationships/slide" Target="slide13.xml"/><Relationship Id="rId6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需要は体温調節 — 気温・曜日・時刻で 9 割読める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54096"/>
            <a:ext cx="10728655" cy="1615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48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第11回 電力需要予測（統計的手法）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898136"/>
            <a:ext cx="999713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重信颯人（福井大学）／ Day 3・コマ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553208"/>
            <a:ext cx="91440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809240"/>
            <a:ext cx="9997135" cy="1330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電力需要はトレンド・年周期・週周期・日内変動・気温効果に分解できる。素朴な「前週同曜日」に勝って初めて価値がある。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一枚で｜問い → 課題 → 道具 → 到達点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29232"/>
            <a:ext cx="11057839" cy="112845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4728" y="1907032"/>
            <a:ext cx="10702239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問い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728" y="2268728"/>
            <a:ext cx="10702239" cy="4111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明日の需要は何 MW か。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何を見れば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当たるのか。そして「当たった」とはどう測るのか。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728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課題</a:t>
            </a:r>
          </a:p>
        </p:txBody>
      </p:sp>
      <p:pic>
        <p:nvPicPr>
          <p:cNvPr id="9" name="Picture 8" descr="ch11_de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28" y="3561778"/>
            <a:ext cx="1707442" cy="11249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4728" y="4762881"/>
            <a:ext cx="2726842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需要は 4 つの周期が重なっている。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3850538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4626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19050">
            <a:solidFill>
              <a:srgbClr val="B85042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2426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道具</a:t>
            </a:r>
          </a:p>
        </p:txBody>
      </p:sp>
      <p:pic>
        <p:nvPicPr>
          <p:cNvPr id="14" name="Picture 13" descr="ch11_temp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673" y="3561778"/>
            <a:ext cx="2490348" cy="9772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32426" y="4615244"/>
            <a:ext cx="2726842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25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分解 ▶ 度日 ▶ 重回帰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426" y="5072444"/>
            <a:ext cx="2726842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構造を式に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書き下す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8236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2324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7C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0124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到達点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0124" y="3561778"/>
            <a:ext cx="2726842" cy="8032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5059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0.58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124" y="4365052"/>
            <a:ext cx="2726842" cy="10931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Skill Score 0.58。前週同曜日より誤差を 58% 減らせた。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745734"/>
            <a:ext cx="11057839" cy="426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数値はすべて本資料の Python コード（コード/fig_ch11.py）で計算。沖縄を模した 2 年・17,520 時間の需要データ。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現場で起きたこと — 予測が外れた日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57873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2022年3月22日 東京エリアの需給ひっ迫警報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7083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地震で火力が止まっていたところに、季節外れの寒さと曇天が重なった。暖房需要が増え、太陽光が出ず、需要が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予測を上回った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。国は初めて「需給ひっ迫警報」を出し、節電を呼びかけた。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95344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2022年6月末 猛暑の需給ひっ迫注意報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87444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梅雨明けが早く、記録的な暑さで冷房需要が急増した。過去の同じ時期のデータに頼れない状況だった。沖縄は冷房需要の割合が高く、気温 1 °C の差が需要に直結する。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たとえ話 — 需要は体温調節</a:t>
            </a:r>
          </a:p>
        </p:txBody>
      </p:sp>
      <p:pic>
        <p:nvPicPr>
          <p:cNvPr id="3" name="Picture 2" descr="ch11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" y="713232"/>
            <a:ext cx="11617452" cy="553211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体は「慣れる」が、慣れは線形ではない。前日・前々日の気温をラグで入れるのはこのため。　出典｜コード/fig_ch11.py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この回の地図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2763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agenda:item:0"/>
          <p:cNvSpPr txBox="1"/>
          <p:nvPr/>
        </p:nvSpPr>
        <p:spPr>
          <a:xfrm>
            <a:off x="1572768" y="162763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3" action="ppaction://hlinksldjump"/>
              </a:rPr>
              <a:t>需要の分解 — トレンド・年・週・日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66649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7919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agenda:item:1"/>
          <p:cNvSpPr txBox="1"/>
          <p:nvPr/>
        </p:nvSpPr>
        <p:spPr>
          <a:xfrm>
            <a:off x="1572768" y="267919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4" action="ppaction://hlinksldjump"/>
              </a:rPr>
              <a:t>気温との非線形関係 — 度日と不快指数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73075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agenda:item:2"/>
          <p:cNvSpPr txBox="1"/>
          <p:nvPr/>
        </p:nvSpPr>
        <p:spPr>
          <a:xfrm>
            <a:off x="1572768" y="373075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5" action="ppaction://hlinksldjump"/>
              </a:rPr>
              <a:t>重回帰モデル — 係数の読み方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76961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8231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13" name="agenda:item:3"/>
          <p:cNvSpPr txBox="1"/>
          <p:nvPr/>
        </p:nvSpPr>
        <p:spPr>
          <a:xfrm>
            <a:off x="1572768" y="478231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6" action="ppaction://hlinksldjump"/>
              </a:rPr>
              <a:t>評価 — 指標の使い分け、時系列分割、予備力へ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Ⅰ. 需要を分解する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需要は 4 層に分けられる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読み方｜上から、2 年の推移・年周期・曜日・時刻</a:t>
            </a:r>
          </a:p>
        </p:txBody>
      </p:sp>
      <p:pic>
        <p:nvPicPr>
          <p:cNvPr id="4" name="Picture 3" descr="ch11_de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4814377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4814377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出典｜コード/fig_ch11.py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5353" y="2629725"/>
            <a:ext cx="5859414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平均 809 MW、最大 1,484 MW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年周期：夏に大きな山（冷房）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曜日：平日と休日で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70 MW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の差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日内：朝から昼にかけて上がる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分解できるということは、式に書けるということ。だから需要予測は再エネ予測より当てやすい。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自己相関 — 24 時間前と 168 時間前が効く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読み方｜横軸は何日前か。ピークが立つラグが「使える特徴量」</a:t>
            </a:r>
          </a:p>
        </p:txBody>
      </p:sp>
      <p:pic>
        <p:nvPicPr>
          <p:cNvPr id="4" name="Picture 3" descr="ch11_a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6011273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6011273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出典｜コード/fig_ch11.py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62249" y="2629725"/>
            <a:ext cx="4662518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24 時間（1 日前）：r =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0.870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168 時間（1 週前）：r =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0.886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週のピークが日のピークより高い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だからベースラインは「前週同曜日」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 週間前の同じ時刻が最も似ている。曜日と時刻が同時に揃うからで、これが最も手強い「何もしない予測」になる。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Ⅱ. 気温をどう扱うか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V 字を 2 本の直線に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需要と気温は V 字 — 基準温度はデータで決める</a:t>
            </a:r>
          </a:p>
        </p:txBody>
      </p:sp>
      <p:pic>
        <p:nvPicPr>
          <p:cNvPr id="3" name="Picture 2" descr="ch11_temp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71957"/>
            <a:ext cx="11734495" cy="460486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気温 1 本の直線では V 字を表せない。基準温度で折って 2 本の直線（度日）にすると、この系統では T₀ = 21.5 °C で当てはまり（R² = 0.407）が最も良くなる。　出典｜コード/fig_ch11.py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度日と不快指数</a:t>
            </a:r>
          </a:p>
        </p:txBody>
      </p:sp>
      <p:pic>
        <p:nvPicPr>
          <p:cNvPr id="3" name="Picture 2" descr="ch11_degree_t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28482"/>
            <a:ext cx="11734495" cy="44918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蒸し暑い沖縄では、湿度を含む不快指数（THI）との相関が 0.701 で、気温単独の 0.685 を上回る。特徴量を 1 つ替えるだけで精度が上がる好例である。　出典｜コード/fig_ch11.py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Ⅲ. 重回帰で書き下す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係数がそのまま読める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重回帰モデル — 構造を式にする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91868"/>
            <a:ext cx="11057839" cy="10363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y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t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=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a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+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b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 </m:t>
                  </m:r>
                  <m:sSub>
                    <m:e>
                      <m:r>
                        <m:rPr>
                          <m:nor/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CDD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t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+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c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 </m:t>
                  </m:r>
                  <m:sSub>
                    <m:e>
                      <m:r>
                        <m:rPr>
                          <m:nor/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HDD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t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+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d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 </m:t>
                  </m:r>
                  <m:sSub>
                    <m:e>
                      <m:r>
                        <m:rPr>
                          <m:nor/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平日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t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+</m:t>
                  </m:r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k</m:t>
                      </m:r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=</m:t>
                      </m:r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1</m:t>
                      </m:r>
                    </m:sub>
                    <m:sup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3</m:t>
                      </m:r>
                    </m:sup>
                    <m:e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e</m:t>
                              </m:r>
                            </m:e>
                            <m:sub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sin</m:t>
                          </m:r>
                          <m:f>
                            <m:fPr>
                              <m:type m:val="lin"/>
                            </m:fPr>
                            <m:num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2</m:t>
                              </m:r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π</m:t>
                              </m:r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k</m:t>
                              </m:r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t</m:t>
                              </m:r>
                            </m:num>
                            <m:den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24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+</m:t>
                          </m:r>
                          <m:sSub>
                            <m:e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f</m:t>
                              </m:r>
                            </m:e>
                            <m:sub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cos</m:t>
                          </m:r>
                          <m:f>
                            <m:fPr>
                              <m:type m:val="lin"/>
                            </m:fPr>
                            <m:num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2</m:t>
                              </m:r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π</m:t>
                              </m:r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k</m:t>
                              </m:r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t</m:t>
                              </m:r>
                            </m:num>
                            <m:den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24</m:t>
                              </m:r>
                            </m:den>
                          </m:f>
                        </m:e>
                      </m:d>
                    </m:e>
                  </m:nary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+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ε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t</m:t>
                      </m:r>
                    </m:sub>
                  </m:sSub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255367" y="3055619"/>
            <a:ext cx="155448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447" y="3293363"/>
            <a:ext cx="9525" cy="1755648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55367" y="32567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b</m:t>
                </m:r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,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c</m:t>
                </m:r>
              </m:oMath>
            </a14:m>
          </a:p>
        </p:txBody>
      </p:sp>
      <p:sp>
        <p:nvSpPr>
          <p:cNvPr id="7" name="TextBox 6"/>
          <p:cNvSpPr txBox="1"/>
          <p:nvPr/>
        </p:nvSpPr>
        <p:spPr>
          <a:xfrm>
            <a:off x="4267047" y="32567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気温感度 [MW/°C]。b が冷房側、c が暖房側。沖縄は b ≫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5367" y="37139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d</m:t>
                </m:r>
              </m:oMath>
            </a14:m>
          </a:p>
        </p:txBody>
      </p:sp>
      <p:sp>
        <p:nvSpPr>
          <p:cNvPr id="9" name="TextBox 8"/>
          <p:cNvSpPr txBox="1"/>
          <p:nvPr/>
        </p:nvSpPr>
        <p:spPr>
          <a:xfrm>
            <a:off x="4267047" y="37139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平日ダミー。平日と休日の差 [MW]。係数が読めるのが重回帰の強み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41711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e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k</m:t>
                    </m:r>
                  </m:sub>
                </m:sSub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,</m:t>
                </m:r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f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k</m:t>
                    </m:r>
                  </m:sub>
                </m:sSub>
              </m:oMath>
            </a14:m>
          </a:p>
        </p:txBody>
      </p:sp>
      <p:sp>
        <p:nvSpPr>
          <p:cNvPr id="11" name="TextBox 10"/>
          <p:cNvSpPr txBox="1"/>
          <p:nvPr/>
        </p:nvSpPr>
        <p:spPr>
          <a:xfrm>
            <a:off x="4267047" y="41711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フーリエ項：日内変動を滑らかに表す。k を増やすほど細かい形を表現できる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367" y="46283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ε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t</m:t>
                    </m:r>
                  </m:sub>
                </m:sSub>
              </m:oMath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4267047" y="46283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説明できない残り。小さいほど良いが、リークで小さく見せてはいけない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当てはめてベースラインと比べる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読み方｜上は検証期間の 1 週間、下は RMSE の比較</a:t>
            </a:r>
          </a:p>
        </p:txBody>
      </p:sp>
      <p:pic>
        <p:nvPicPr>
          <p:cNvPr id="4" name="Picture 3" descr="ch11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6087792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6087792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出典｜コード/fig_ch11.py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8768" y="2629725"/>
            <a:ext cx="4585999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MAE 32.3 MW、RMSE 41.7 MW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MAPE 3.77%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前週同曜日は RMSE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99.2 MW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Skill Score = 1 − 41.7/99.2 =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0.579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前週同曜日は「気温の急変」に無力。そこを気温項が拾うので、誤差を 6 割近く減らせる。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係数がそのまま意味を持つ</a:t>
            </a:r>
          </a:p>
        </p:txBody>
      </p:sp>
      <p:pic>
        <p:nvPicPr>
          <p:cNvPr id="3" name="Picture 2" descr="ch11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30" y="713232"/>
            <a:ext cx="11725035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単位がついたまま「気温が 1 °C 上がると 43 MW 増える」と説明できる。説明責任が要る実務で統計モデルが今も残っている理由。　出典｜コード/fig_ch11.py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予測の実力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41.7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重回帰の RMSE [MW]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99.2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前週同曜日の RMSE [MW]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0.58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Skill Score（正なら価値あり）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Ⅳ. どう測り、どう使うか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指標・分割・予備力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MAE と RMSE — 外れ値 1 点で差がつく</a:t>
            </a:r>
          </a:p>
        </p:txBody>
      </p:sp>
      <p:pic>
        <p:nvPicPr>
          <p:cNvPr id="3" name="Picture 2" descr="ch1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2042"/>
            <a:ext cx="11734495" cy="4564695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同じ誤差分布に大外れを 1 点だけ足すと、RMSE/MAE の比は 1.24 から 1.56 まで上がる（MAE はほとんど動かない）。予備力は「大外れ」に備えて持つため、電力では RMSE を重く見る。　出典｜コード/fig_ch11.py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なぜランダム分割をしてはいけないか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8477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時系列は隣が似ている｜自己相関が高い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76875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 時間前との相関はほぼ 1。ランダムに分けると、検証データの「すぐ隣」が学習に入ってしまう。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ild:ghost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② それは実質的に答えを見ている｜リーク</a:t>
            </a:r>
          </a:p>
        </p:txBody>
      </p:sp>
      <p:sp>
        <p:nvSpPr>
          <p:cNvPr id="7" name="build:ghost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未来の情報が学習に混ざると、検証精度は現実より良く出る。運用に出した瞬間に精度が崩れる。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だから時間順に切る｜過去で学び、未来で試す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690967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実測では、ランダム分割は RMSE を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41.7 → 36.1 MW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 と 14% 過小に見せる。運用では出ない性能である。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なぜランダム分割をしてはいけないか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8477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時系列は隣が似ている｜自己相関が高い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76875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 時間前との相関はほぼ 1。ランダムに分けると、検証データの「すぐ隣」が学習に入ってしまう。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それは実質的に答えを見ている｜リーク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未来の情報が学習に混ざると、検証精度は現実より良く出る。運用に出した瞬間に精度が崩れる。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だから時間順に切る｜過去で学び、未来で試す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690967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実測では、ランダム分割は RMSE を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41.7 → 36.1 MW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 と 14% 過小に見せる。運用では出ない性能である。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なぜランダム分割をしてはいけないか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8477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時系列は隣が似ている｜自己相関が高い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76875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 時間前との相関はほぼ 1。ランダムに分けると、検証データの「すぐ隣」が学習に入ってしまう。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14529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3918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それは実質的に答えを見ている｜リーク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83921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未来の情報が学習に混ざると、検証精度は現実より良く出る。運用に出した瞬間に精度が崩れる。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1575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398867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③ だから時間順に切る｜過去で学び、未来で試す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90967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実測では、ランダム分割は RMSE を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41.7 → 36.1 MW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と 14% 過小に見せる。運用では出ない性能である。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分割の仕方で結果が変わる</a:t>
            </a:r>
          </a:p>
        </p:txBody>
      </p:sp>
      <p:pic>
        <p:nvPicPr>
          <p:cNvPr id="3" name="Picture 2" descr="ch11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376"/>
            <a:ext cx="11734495" cy="4554028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ランダム分割は検証 RMSE を 41.7 → 36.1 MW と 14% も良く見せてしまう。まず分割を正しくしてから、精度を語るべきである。　出典｜コード/fig_ch11.py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残差を診る — どこで外しているか</a:t>
            </a:r>
          </a:p>
        </p:txBody>
      </p:sp>
      <p:pic>
        <p:nvPicPr>
          <p:cNvPr id="3" name="Picture 2" descr="ch11_res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72077"/>
            <a:ext cx="11734495" cy="380462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残差の標準偏差は 39.3 MW で、高温側にわずかな偏り（構造）が残る。それが次に足すべき特徴量の手がかりになる。　出典｜コード/fig_ch11.py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予測精度は予備力の量になる</a:t>
            </a:r>
          </a:p>
        </p:txBody>
      </p:sp>
      <p:pic>
        <p:nvPicPr>
          <p:cNvPr id="3" name="Picture 2" descr="ch11_re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88200"/>
            <a:ext cx="11734495" cy="457238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誤差の分布から、95% をカバーするには 82 MW、99% なら 107 MW の予備力が要ると読み取れる。予測を良くすることは燃料と設備を節約することでもある。　出典｜コード/fig_ch11.py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1 — 誤差 5 点から 3 つの指標を出す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誤差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e = 実績 − 予測 = [+20, −30, +10, +50, −10] MW（需要は約 1,000 MW）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MAE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(20 + 30 + 10 + 50 + 10)/5 = 24 MW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RMSE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√((400 + 900 + 100 + 2500 + 100)/5) = √800 = 28.3 MW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読み方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RMSE/MAE = 1.18。+50 の大外れが RMSE を押し上げている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動く図で試す — viz/demand.html</a:t>
            </a:r>
          </a:p>
        </p:txBody>
      </p:sp>
      <p:pic>
        <p:nvPicPr>
          <p:cNvPr id="3" name="Picture 2" descr="ch11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217" y="1353312"/>
            <a:ext cx="4827260" cy="3242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4732782"/>
            <a:ext cx="11057839" cy="298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動く図 需要の生成・度日・重回帰とベースライン比較をブラウザ内で実計算する 14 枚のスライド。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4112"/>
            <a:ext cx="11057839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 年分の需要を生成し、年周期・週周期・日内変動が重なっているのを見る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CDD の基準温度を動かし、当てはまりが最も良い T₀ を探す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重回帰と前週同曜日の RMSE を比べ、Skill Score を読む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なぜそう考えるか — RMSE・分割・外挿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248916"/>
            <a:ext cx="11057839" cy="310896"/>
          </a:xfrm>
          <a:prstGeom prst="rect">
            <a:avLst/>
          </a:prstGeom>
          <a:solidFill>
            <a:srgbClr val="5C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4891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なぜ電力では RMSE を重く見るのか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59812"/>
            <a:ext cx="11057839" cy="712216"/>
          </a:xfrm>
          <a:prstGeom prst="rect">
            <a:avLst/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60553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予備力は最悪の外れに備えて持つ。平均的な外れ（MAE）より、大外れを強く罰する RMSE の方が運用の痛みに近い。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473196"/>
            <a:ext cx="11057839" cy="310896"/>
          </a:xfrm>
          <a:prstGeom prst="rect">
            <a:avLst/>
          </a:prstGeom>
          <a:solidFill>
            <a:srgbClr val="146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7319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なぜ前週同曜日と比べるのか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784092"/>
            <a:ext cx="11057839" cy="458216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829812"/>
            <a:ext cx="10655503" cy="385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曜日・季節・時刻をほぼ含む、最も手強い「何もしない予測」だから。これに勝てないモデルには価値がない。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443476"/>
            <a:ext cx="11057839" cy="310896"/>
          </a:xfrm>
          <a:prstGeom prst="rect">
            <a:avLst/>
          </a:prstGeom>
          <a:solidFill>
            <a:srgbClr val="9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4347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記録更新の日は苦手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754372"/>
            <a:ext cx="11057839" cy="458216"/>
          </a:xfrm>
          <a:prstGeom prst="rect">
            <a:avLst/>
          </a:prstGeom>
          <a:solidFill>
            <a:srgbClr val="F8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800092"/>
            <a:ext cx="10655503" cy="385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学習範囲の外は、統計モデルも機械学習も外挿になる（第12回）。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よくある誤解 — 「当たっている」を鵜呑みにしない</a:t>
            </a:r>
          </a:p>
        </p:txBody>
      </p:sp>
      <p:pic>
        <p:nvPicPr>
          <p:cNvPr id="3" name="Picture 2" descr="ch11_my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" y="713232"/>
            <a:ext cx="11617452" cy="553211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モデルの複雑さより特徴量、検証精度より検証の設計。良すぎる結果はまずリークを疑う。　出典｜コード/fig_ch11.py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持ち帰る 3 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394204"/>
            <a:ext cx="10972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595372"/>
            <a:ext cx="10143439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需要は分解できる。気温を度日に直し、時系列順に検証し、素朴な基準に勝つ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926332"/>
            <a:ext cx="8497519" cy="93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需要 = トレンド + 年 + 週 + 日 + 気温効果 + 残り。気温は V 字（度日）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係数が読める：CDD +43 MW/°C、平日 +70 MW。Skill Score 0.58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ランダム分割は禁止。予測精度がそのまま予備力の量になる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746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52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次回：第12回 機械学習を用いた予測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演習 ex/ch11.html で数値を変えて確かめる</a:t>
            </a:r>
          </a:p>
          <a:p>
            <a:pPr algn="ctr">
              <a:spcBef>
                <a:spcPts val="400"/>
              </a:spcBef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木は「間違いノート」で賢くなる — そして地図の外は歩けない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